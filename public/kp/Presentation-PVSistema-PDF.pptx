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РОССИЙСКОЕ НАСТОЛЬНОЕ ПО · WINDOWS 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spc="160">
                <a:solidFill>
                  <a:srgbClr val="F7F5EF"/>
                </a:solidFill>
                <a:latin typeface="Arial"/>
              </a:rPr>
              <a:t>ПВ-СИСТЕМА PDF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92608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D8D5CC"/>
                </a:solidFill>
                <a:latin typeface="Arial"/>
              </a:rPr>
              <a:t>Просмотр, редактирование и конвертация документов PDF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D8D5CC"/>
                </a:solidFill>
                <a:latin typeface="Arial"/>
              </a:rPr>
              <a:t>на рабочем месте — без передачи файлов в интернет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60">
                <a:solidFill>
                  <a:srgbClr val="606662"/>
                </a:solidFill>
                <a:latin typeface="Arial"/>
              </a:rPr>
              <a:t>АНО ДПО «УЧЕБНЫЙ ЦЕНТР ГОРГАЗНЕФТЬ»   ·   ПВСИСТЕМА.РФ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ПРЕЗЕНТАЦИЯ ПРОДУКТА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spc="160">
                <a:solidFill>
                  <a:srgbClr val="14181C"/>
                </a:solidFill>
                <a:latin typeface="Arial"/>
              </a:rPr>
              <a:t>ДОКУМЕНТЫ УХОДЯТ</a:t>
            </a:r>
          </a:p>
          <a:p>
            <a:pPr algn="l">
              <a:lnSpc>
                <a:spcPct val="102000"/>
              </a:lnSpc>
            </a:pPr>
            <a:r>
              <a:rPr sz="4000" b="1" spc="160">
                <a:solidFill>
                  <a:srgbClr val="14181C"/>
                </a:solidFill>
                <a:latin typeface="Arial"/>
              </a:rPr>
              <a:t>НА ЧУЖИЕ СЕРВЕРЫ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9748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Бесплатные онлайн-сервисы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Файл загружается на сторонний сервер — контроль над ним теряется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30168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0168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Зарубежные подписки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Ежемесячная оплата в валюте, риск отключения доступа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37376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Сведения ограниченного доступа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Персональные данные и реквизиты не должны покидать предприятие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44584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44584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Разрозненные инструменты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0616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Отдельная программа на просмотр, на конвертацию, на распознавание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ВСЁ, ЧТО НУЖНО ДЛЯ РАБОТЫ</a:t>
            </a:r>
          </a:p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С PDF — В ОДНОЙ ПРОГРАММЕ</a:t>
            </a:r>
          </a:p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НА ВАШЕМ КОМПЬЮТЕРЕ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77639"/>
            <a:ext cx="2194560" cy="381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C9C6BE"/>
                </a:solidFill>
                <a:latin typeface="Arial"/>
              </a:rPr>
              <a:t>Файлы обрабатываются локально и никуда не передаются. Интернет нужен только для проверки обновлений — программа полноценно работает и без него.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ЧТО УМЕЕТ ПРОГРАММА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ПРОСМОТР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Непрерывная прокрутка документа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Разворот — две страницы рядом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Подгонка по ширине и по странице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Панель миниатюр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Поиск по всему документу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РЕДАКТИРОВАНИЕ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99432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99432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Поворот страниц на 90°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9432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Удаление и перестановка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9432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55464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Дублирование страниц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9432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5464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Объединение документов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9432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Отмена — до 50 шагов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КОНВЕРТАЦИЯ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75904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75904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1936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Word — редактируемый текст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75904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Excel — табличные данные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75904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31936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JPG — каждая страница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5904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31936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обычный текст TXT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75904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31936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Распознавание сканов (OCR)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ИНТЕРФЕЙС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ПРИВЫЧНО С ПЕРВОГО</a:t>
            </a:r>
          </a:p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ЗАПУСКА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182880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09372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017520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Полностью на русском языке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9722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621024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Вкладки — как в браузере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0072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224528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Обучение сотрудника — меньше часа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0423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828032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Горячие клавиши как в привычных программах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68112" y="1307592"/>
            <a:ext cx="6035040" cy="3310128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34440"/>
            <a:ext cx="6035040" cy="326323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394960" y="1234440"/>
            <a:ext cx="6035040" cy="3264408"/>
          </a:xfrm>
          <a:prstGeom prst="rect">
            <a:avLst/>
          </a:prstGeom>
          <a:noFill/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47091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РАБОЧЕЕ ОКНО ПРОГРАММЫ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 spc="160">
                <a:solidFill>
                  <a:srgbClr val="F7F5EF"/>
                </a:solidFill>
                <a:latin typeface="Arial"/>
              </a:rPr>
              <a:t>ДОКУМЕНТ</a:t>
            </a:r>
          </a:p>
          <a:p>
            <a:pPr algn="l">
              <a:lnSpc>
                <a:spcPct val="106000"/>
              </a:lnSpc>
            </a:pPr>
            <a:r>
              <a:rPr sz="4000" b="1" spc="160">
                <a:solidFill>
                  <a:srgbClr val="F7F5EF"/>
                </a:solidFill>
                <a:latin typeface="Arial"/>
              </a:rPr>
              <a:t>НЕ ПОКИДАЕТ ПЕРИМЕТР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017520"/>
            <a:ext cx="2194560" cy="381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Локальная обработка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Файл открывается и обрабатывается на компьютере пользователя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712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Закрашивание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Персональные данные и реквизиты скрываются перед передачей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84464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84464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Работа без интернета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В том числе на удалённых и подземных объектах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ПОЧЕМУ 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ШЕСТЬ ПРИЧИН ВЫБРАТЬ</a:t>
            </a:r>
          </a:p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ПВ-СИСТЕМУ 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231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Безопасность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Обработка на рабочем месте, без передачи файлов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99432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55464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Импортозамещение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Отечественное ПО без зарубежных подписок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75904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6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Экономия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Дешевле зарубежных аналогов с помесячной оплатой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Простота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Русский интерфейс, обучение меньше часа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9432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Автономность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5464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Работает без постоянного подключения к сети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75904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1936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Развитие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Обновления входят в стоимость лицензии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СТОИМОСТЬ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ГОДОВАЯ ЛИЦЕНЗИЯ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6766560" cy="493776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606040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РАБОЧИХ МЕСТ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94176" y="260604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ЦЕНА ЗА 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260604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СТОИМОСТЬ В 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09981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3099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12 000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7296" y="3099816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12 000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456432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3593592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59359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9 600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3593592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48 000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087368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8736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8 500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7296" y="4087368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85 000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443984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4581144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458114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7 600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4581144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190 000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5074920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50749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6 800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507492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340 000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31536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556869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Без ограничения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94176" y="556869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296" y="5568696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560 000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2468880"/>
            <a:ext cx="6766560" cy="3456432"/>
          </a:xfrm>
          <a:prstGeom prst="rect">
            <a:avLst/>
          </a:prstGeom>
          <a:noFill/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79" y="2468880"/>
            <a:ext cx="3383280" cy="32004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281635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60">
                <a:solidFill>
                  <a:srgbClr val="FFFFFF"/>
                </a:solidFill>
                <a:latin typeface="Arial"/>
              </a:rPr>
              <a:t>В СТОИМОСТЬ ВХОДИТ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19" y="3505200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22207" y="3429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Установка и настройка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19" y="3980688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22207" y="3904488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Обучение персонала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19" y="4456176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22207" y="437997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Техническая поддержка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19" y="4931664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2207" y="485546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Все обновления года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870448"/>
            <a:ext cx="3383280" cy="77724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607161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3393"/>
                </a:solidFill>
                <a:latin typeface="Arial"/>
              </a:rPr>
              <a:t>До 01.07.2026 — скидка 10 %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8978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Цены в рублях за год. Без НДС (п. 26 ч. 2 ст. 149 НК РФ). Лицензия корпоративная, срок — 1 год.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КАК НАЧАТЬ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ЧЕТЫРЕ ШАГА ДО</a:t>
            </a:r>
          </a:p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РАБОЧИХ МЕСТ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ЗАЯВКА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Обсуждаем количество мест и получаете демоверсию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168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30168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ДОГОВОР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Подписываем и выставляем счёт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7376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ПЕРЕДАЧА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Ключ активации — 3 рабочих дня после оплаты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44584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4584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ЗАПУСК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Установка, настройка и обучение сотрудников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31000"/>
            <a:ext cx="12191695" cy="1270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КОНТАКТЫ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spc="160">
                <a:solidFill>
                  <a:srgbClr val="F7F5EF"/>
                </a:solidFill>
                <a:latin typeface="Arial"/>
              </a:rPr>
              <a:t>ЗАПРОСИТЕ</a:t>
            </a:r>
          </a:p>
          <a:p>
            <a:pPr algn="l">
              <a:lnSpc>
                <a:spcPct val="105000"/>
              </a:lnSpc>
            </a:pPr>
            <a:r>
              <a:rPr sz="5200" b="1" spc="160">
                <a:solidFill>
                  <a:srgbClr val="F7F5EF"/>
                </a:solidFill>
                <a:latin typeface="Arial"/>
              </a:rPr>
              <a:t>ДЕМОВЕРСИЮ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219456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ТЕЛЕФОН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+7 (905) 005-36-19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+7 (933) 044-70-17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ЭЛЕКТРОННАЯ ПОЧТА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pvsistema@mail.ru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4464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САЙТ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пвсистема.рф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АНО ДПО «Учебный центр ГорГазНефть» · г. Сибай, ул. Куйбышева, д. 20, офис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